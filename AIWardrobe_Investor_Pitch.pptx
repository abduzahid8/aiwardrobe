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slide_hero_17657431526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r>
              <a:t>AIWardrobe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Arial"/>
              </a:defRPr>
            </a:pPr>
            <a:r>
              <a:t>"Shazam for Your Closet"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AI That Turns Any Wardrobe Into a Personal Stylist in 30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Zohid Vohidjonov, 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Raising: $1.5M Pre-Seed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🎯 THE ONE-LINER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AIWardrobe is an AI-powered personal styling app that scans your closet in 30 seconds via video and acts as your personal stylist—suggesting outfits based on weather, occasion, and what you already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Arial"/>
              </a:defRPr>
            </a:pPr>
            <a:r>
              <a:t>📱  30-second video scan digitizes your entire wardrobe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Arial"/>
              </a:defRPr>
            </a:pPr>
            <a:r>
              <a:t>🤖  AI suggests outfits from YOUR existing clothes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Arial"/>
              </a:defRPr>
            </a:pPr>
            <a:r>
              <a:t>🌤️  Weather-aware, occasion-smart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Arial"/>
              </a:defRPr>
            </a:pPr>
            <a:r>
              <a:t>💰  $5/month vs $100/hour personal stylist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📊 MARKET VALIDATION: THIS ALREADY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029200" cy="18288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AltaDaily (Europe/US)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Unicorn valuation ($1B+)</a:t>
            </a:r>
            <a:br/>
            <a:r>
              <a:t>Same concept: AI wardrobe</a:t>
            </a:r>
            <a:br/>
            <a:r>
              <a:t>Focus: Europe &amp;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029200" cy="1828800"/>
          </a:xfrm>
          <a:prstGeom prst="roundRect">
            <a:avLst/>
          </a:prstGeom>
          <a:solidFill>
            <a:srgbClr val="28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Serca Trove (Russia)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Fashion blogger</a:t>
            </a:r>
            <a:br/>
            <a:r>
              <a:t>3 boutiques in 1 year</a:t>
            </a:r>
            <a:br/>
            <a:r>
              <a:t>Lines at every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657600"/>
            <a:ext cx="64008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🎯 The Gap: NOBODY OWNS CIS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4805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No major player in Central Asia</a:t>
            </a:r>
            <a:br/>
            <a:r>
              <a:t>We are FIRST MOVERS</a:t>
            </a:r>
            <a:br/>
            <a:r>
              <a:t>20M-user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💔 THE PROBLEM: Meet Anna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32 years old • Marketing Manager • $2,500/month • 200+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03520" cy="173736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⏰ Morning Chaos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20 min wasted EVERY morning</a:t>
            </a:r>
            <a:br/>
            <a:r>
              <a:t>"I have nothing to wear"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303520" cy="173736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💸 Shopping Guilt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$1,800/yr on duplicates</a:t>
            </a:r>
            <a:br/>
            <a:r>
              <a:t>Bought same dress twice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5303520" cy="173736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😤 Zero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Consultants want commission</a:t>
            </a:r>
            <a:br/>
            <a:r>
              <a:t>Stylists cost $100/hr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840480"/>
            <a:ext cx="5303520" cy="173736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📦 Hidden Waste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720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60% zombie clothes</a:t>
            </a:r>
            <a:br/>
            <a:r>
              <a:t>2.5 hrs/week deciding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Anna represents 20 MILLION office professionals in CIS.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✨ THE SOLUTION: 30-Second Magic</a:t>
            </a:r>
          </a:p>
        </p:txBody>
      </p:sp>
      <p:pic>
        <p:nvPicPr>
          <p:cNvPr id="4" name="Picture 3" descr="solution_ai_scanning_1765743186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Arial"/>
              </a:defRPr>
            </a:pPr>
            <a:r>
              <a:t>STEP 1: Scan (10 sec)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Open closet → Record → Film 30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Arial"/>
              </a:defRPr>
            </a:pPr>
            <a:r>
              <a:t>STEP 2: AI Catalogs (15 sec)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Multi-AI analyzes every frame</a:t>
            </a:r>
            <a:br/>
            <a:r>
              <a:t>Detects items, extracts style</a:t>
            </a:r>
            <a:br/>
            <a:r>
              <a:t>Creates pro photos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Arial"/>
              </a:defRPr>
            </a:pPr>
            <a:r>
              <a:t>STEP 3: Ask AI Stylist (5 sec)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"Meeting at 3pm, 18°C"</a:t>
            </a:r>
            <a:br/>
            <a:r>
              <a:t>→ 3 outfit suggestions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120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Arial"/>
              </a:defRPr>
            </a:pPr>
            <a:r>
              <a:t>STEP 4: Smart Shopping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39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AI: "You have 2 similar</a:t>
            </a:r>
            <a:br/>
            <a:r>
              <a:t>But need navy heels"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🎨 KEY FEATURES &amp; TECHNICAL MOAT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1554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📹 Video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30 sec digitize closet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383280" cy="1554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📸 Pro Photos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AI background removal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71600"/>
            <a:ext cx="3383280" cy="1554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👗 AI Outfits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Weather + Occasion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3383280" cy="1554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🪞 Virtual Try-On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See before buying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200400"/>
            <a:ext cx="3383280" cy="1554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💬 Smart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AI fashion assistant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200400"/>
            <a:ext cx="3383280" cy="1554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🌍 Multi-Language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EN, RU, UZ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9200"/>
            <a:ext cx="10515600" cy="1371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🔒 TECHNICAL MOAT: No Competitor Can Replicate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Multi-AI Stack: Gemini + GPT-4  •  18-Category Segmentation  •  E-commerce Quality Photos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🎯 BEACHHEAD MARKET: CIS Professionals</a:t>
            </a:r>
          </a:p>
        </p:txBody>
      </p:sp>
      <p:pic>
        <p:nvPicPr>
          <p:cNvPr id="4" name="Picture 3" descr="market_cis_map_1765743202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TARGET CUSTOMER (18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Uzbekistan, Kazakhstan, Russia</a:t>
            </a:r>
            <a:br/>
            <a:r>
              <a:t>Ages 25-45, office professionals</a:t>
            </a:r>
            <a:br/>
            <a:r>
              <a:t>Income: $1,500-$5,000/month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Uzbekistan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20040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3832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9776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Kazakhstan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5488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15M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Russia T1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475488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493776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532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🚀 TRACTION: Distribution Locked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12+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Influencers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500K+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37160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$5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CAC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22860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36:1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  <a:latin typeface="Arial"/>
              </a:defRPr>
            </a:pPr>
            <a:r>
              <a:t>LTV:CAC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5029200" cy="27432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Pre-Launch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• 12+ bloggers &amp; stylists</a:t>
            </a:r>
            <a:br/>
            <a:r>
              <a:t>• Instagram, Telegram, TikTok</a:t>
            </a:r>
            <a:br/>
            <a:r>
              <a:t>• Affiliate revenue model</a:t>
            </a:r>
            <a:br/>
            <a:r>
              <a:t>• Serca Trove playbook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00400"/>
            <a:ext cx="5029200" cy="2743200"/>
          </a:xfrm>
          <a:prstGeom prst="roundRect">
            <a:avLst/>
          </a:prstGeom>
          <a:solidFill>
            <a:srgbClr val="28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This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Arial"/>
              </a:defRPr>
            </a:pPr>
            <a:r>
              <a:t>• CAC: $5 vs $50+ ads</a:t>
            </a:r>
            <a:br/>
            <a:r>
              <a:t>• Fashion is shareable</a:t>
            </a:r>
            <a:br/>
            <a:r>
              <a:t>• Credibility from day 1</a:t>
            </a:r>
            <a:br/>
            <a:r>
              <a:t>• Viral potential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👥 THE TEAM: AI Experts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651760" cy="22860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Zohid Vohidjonov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Arial"/>
              </a:defRPr>
            </a:pPr>
            <a:r>
              <a:t>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AI CV Specialist</a:t>
            </a:r>
            <a:br/>
            <a:r>
              <a:t>Built multi-AI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651760" cy="22860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Co-Founder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Arial"/>
              </a:defRPr>
            </a:pPr>
            <a:r>
              <a:t>AI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Segmentation expert</a:t>
            </a:r>
            <a:br/>
            <a:r>
              <a:t>18-category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2651760" cy="22860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Lead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Arial"/>
              </a:defRPr>
            </a:pPr>
            <a:r>
              <a:t>React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Cross-platform</a:t>
            </a:r>
            <a:br/>
            <a:r>
              <a:t>Millions of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371600"/>
            <a:ext cx="2651760" cy="22860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Designer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Arial"/>
              </a:defRPr>
            </a:pPr>
            <a:r>
              <a:t>UX/UI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Premium design</a:t>
            </a:r>
            <a:br/>
            <a:r>
              <a:t>Investor-ready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515600" cy="2011680"/>
          </a:xfrm>
          <a:prstGeom prst="roundRect">
            <a:avLst/>
          </a:prstGeom>
          <a:solidFill>
            <a:srgbClr val="28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"We're AI experts who fell in love with fashion."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Arial"/>
              </a:defRPr>
            </a:pPr>
            <a:r>
              <a:t>✓ Technical moat  •  ✓ We ARE the customer  •  ✓ MVP built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💰 BUSINESS MODEL: Freemium SaaS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657600" cy="210312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FREE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• Up to 50 items</a:t>
            </a:r>
            <a:br/>
            <a:r>
              <a:t>• Basic outfits</a:t>
            </a:r>
            <a:br/>
            <a:r>
              <a:t>• Weather suggestions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371600"/>
            <a:ext cx="3657600" cy="21031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PREMIUM $4.99/mo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• Unlimited scanning</a:t>
            </a:r>
            <a:br/>
            <a:r>
              <a:t>• Virtual try-on</a:t>
            </a:r>
            <a:br/>
            <a:r>
              <a:t>• Designer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371600"/>
            <a:ext cx="2743200" cy="2103120"/>
          </a:xfrm>
          <a:prstGeom prst="roundRect">
            <a:avLst/>
          </a:prstGeom>
          <a:solidFill>
            <a:srgbClr val="3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CAC: $5</a:t>
            </a:r>
            <a:br/>
            <a:r>
              <a:t>LTV: $180</a:t>
            </a:r>
            <a:br/>
            <a:r>
              <a:t>LTV:CAC: 36:1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REVENUE PROJECTIONS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06240"/>
            <a:ext cx="3383280" cy="146304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Mo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10K users → $5K MRR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206240"/>
            <a:ext cx="3383280" cy="146304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Mo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50K users → $25K MRR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206240"/>
            <a:ext cx="3383280" cy="146304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Mo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200K users → $100K MRR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BBF24"/>
                </a:solidFill>
                <a:latin typeface="Arial"/>
              </a:defRPr>
            </a:pPr>
            <a:r>
              <a:t>💵 THE ASK: $1.5M Pre-Seed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566160" cy="3657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Arial"/>
              </a:defRPr>
            </a:pPr>
            <a:r>
              <a:t>Milestone 1: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BBF24"/>
                </a:solidFill>
                <a:latin typeface="Arial"/>
              </a:defRPr>
            </a:pPr>
            <a:r>
              <a:t>$400K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Mo 1-3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iOS + Android</a:t>
            </a:r>
            <a:br/>
            <a:r>
              <a:t>AI infrastructure</a:t>
            </a:r>
            <a:br/>
            <a:r>
              <a:t>→ 10K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566160" cy="3657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Arial"/>
              </a:defRPr>
            </a:pPr>
            <a:r>
              <a:t>Milestone 2: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BBF24"/>
                </a:solidFill>
                <a:latin typeface="Arial"/>
              </a:defRPr>
            </a:pPr>
            <a:r>
              <a:t>$600K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Mo 4-9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50+ influencers</a:t>
            </a:r>
            <a:br/>
            <a:r>
              <a:t>Kazakhstan</a:t>
            </a:r>
            <a:br/>
            <a:r>
              <a:t>→ $25K MRR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566160" cy="3657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Arial"/>
              </a:defRPr>
            </a:pPr>
            <a:r>
              <a:t>Milestone 3: Series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BBF24"/>
                </a:solidFill>
                <a:latin typeface="Arial"/>
              </a:defRPr>
            </a:pPr>
            <a:r>
              <a:t>$500K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Mo 10-18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3063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Russia entry</a:t>
            </a:r>
            <a:br/>
            <a:r>
              <a:t>B2B pilots</a:t>
            </a:r>
            <a:br/>
            <a:r>
              <a:t>→ $100K 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Each milestone DE-RISKS the investment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F6"/>
                </a:solidFill>
                <a:latin typeface="Arial"/>
              </a:defRPr>
            </a:pPr>
            <a:r>
              <a:t>🏆 WHY WE 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566160" cy="18288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✅ Market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AltaDaily $1B+</a:t>
            </a:r>
            <a:br/>
            <a:r>
              <a:t>Serca Trove 3 boutiques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566160" cy="18288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✅ First Mover CIS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No competition</a:t>
            </a:r>
            <a:br/>
            <a:r>
              <a:t>20M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71600"/>
            <a:ext cx="3566160" cy="18288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✅ Technical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057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Multi-AI stack</a:t>
            </a:r>
            <a:br/>
            <a:r>
              <a:t>18-category seg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566160" cy="18288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✅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500K reach</a:t>
            </a:r>
            <a:br/>
            <a:r>
              <a:t>$5 CAC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566160" cy="1828800"/>
          </a:xfrm>
          <a:prstGeom prst="roundRect">
            <a:avLst/>
          </a:prstGeom>
          <a:solidFill>
            <a:srgbClr val="1E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✅ Strong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AI experts</a:t>
            </a:r>
            <a:br/>
            <a:r>
              <a:t>MVP built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⚡ COMPETITIVE LANDSCAPE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051560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Competitor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Our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0515600" cy="54864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AltaDaily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US/EU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Arial"/>
              </a:defRPr>
            </a:pPr>
            <a:r>
              <a:t>We own CIS exclusively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68880"/>
            <a:ext cx="10515600" cy="54864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Whering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Arial"/>
              </a:defRPr>
            </a:pPr>
            <a:r>
              <a:t>Manual entry - we do 30-sec video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10515600" cy="54864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Cladwell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Arial"/>
              </a:defRPr>
            </a:pPr>
            <a:r>
              <a:t>Text-based - we do visual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49039"/>
            <a:ext cx="10515600" cy="54864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Smart Closet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Arial"/>
              </a:defRPr>
            </a:pPr>
            <a:r>
              <a:t>Basic - we have pro photos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89120"/>
            <a:ext cx="10515600" cy="54864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Stylists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Arial"/>
              </a:defRPr>
            </a:pPr>
            <a:r>
              <a:t>$100/hr - we're $5/mo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212080"/>
            <a:ext cx="822960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394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Best features + regional exclusivity + superior tech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Arial"/>
              </a:defRPr>
            </a:pPr>
            <a:r>
              <a:t>📈 18-MONTH ROADMAP</a:t>
            </a:r>
          </a:p>
        </p:txBody>
      </p:sp>
      <p:pic>
        <p:nvPicPr>
          <p:cNvPr id="4" name="Picture 3" descr="roadmap_timeline_17657432658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94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Arial"/>
              </a:defRPr>
            </a:pPr>
            <a:r>
              <a:t>Q1 2025: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iOS + Android  •  10K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Arial"/>
              </a:defRPr>
            </a:pPr>
            <a:r>
              <a:t>Q2 2025: MONETIZE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Premium launch  •  $25K MRR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Arial"/>
              </a:defRPr>
            </a:pPr>
            <a:r>
              <a:t>Q3 2025: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100K users  •  50+ influencers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Arial"/>
              </a:defRPr>
            </a:pPr>
            <a:r>
              <a:t>Q4 2025: EXPAND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6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Russia entry  •  $100K 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Arial"/>
              </a:defRPr>
            </a:pPr>
            <a:r>
              <a:t>2026: DOMINATE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500K users  •  B2B  •  Europe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BBF24"/>
                </a:solidFill>
                <a:latin typeface="Arial"/>
              </a:defRPr>
            </a:pPr>
            <a:r>
              <a:t>🚂 THE TRAIN IS LEAVING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Invest NOW: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Arial"/>
              </a:defRPr>
            </a:pPr>
            <a:r>
              <a:t>✓ Market timing: Post-COVID decision fatigue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Arial"/>
              </a:defRPr>
            </a:pPr>
            <a:r>
              <a:t>✓ Tech timing: AI is finally 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Arial"/>
              </a:defRPr>
            </a:pPr>
            <a:r>
              <a:t>✓ Geo timing: CIS market is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Arial"/>
              </a:defRPr>
            </a:pPr>
            <a:r>
              <a:t>✓ Validation: AltaDaily = unicorn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$1.5M Pre-Seed</a:t>
            </a:r>
            <a:br/>
            <a:r>
              <a:t>SAFE / Priced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"Own a piece of</a:t>
            </a:r>
            <a:br/>
            <a:r>
              <a:t>digital closets"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06240"/>
            <a:ext cx="10515600" cy="219456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rial"/>
              </a:defRPr>
            </a:pPr>
            <a:r>
              <a:t>LET'S TALK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Zohid Vohidjonov  •  Founder &amp; CEO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Arial"/>
              </a:defRPr>
            </a:pPr>
            <a:r>
              <a:t>📧 zohid@aiwardrobe.app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December 2025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