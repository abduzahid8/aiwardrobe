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0">
                <a:solidFill>
                  <a:srgbClr val="FFFFFF"/>
                </a:solidFill>
                <a:latin typeface="Inter"/>
              </a:defRPr>
            </a:pPr>
            <a:r>
              <a:t>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818CF8"/>
                </a:solidFill>
                <a:latin typeface="Inter"/>
              </a:defRPr>
            </a:pPr>
            <a:r>
              <a:t>AIWardrobe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4B4C8"/>
                </a:solidFill>
                <a:latin typeface="Inter"/>
              </a:defRPr>
            </a:pPr>
            <a:r>
              <a:t>We use AI to help people get dressed faster by scanning their closet with video and generating personalized outfit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28296"/>
                </a:solidFill>
                <a:latin typeface="Inter"/>
              </a:defRPr>
            </a:pPr>
            <a:r>
              <a:t>📱 Mobile App  •  🤖 AI-Powered  •  🎥 Video Scanning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02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4552" cy="10972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  <a:latin typeface="Inter"/>
              </a:defRPr>
            </a:pPr>
            <a:r>
              <a:t>⏰ Every morning, 1.4 billion people waste 15+ minutes deciding what to wear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3566160" cy="20116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Inter"/>
              </a:defRPr>
            </a:pPr>
            <a:r>
              <a:t>👔 Forgotten Clothes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Average person only wears 20% of their wardrobe.</a:t>
            </a:r>
            <a:br/>
            <a:r>
              <a:t>$12B worth of clothes sit unused in US closets.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60320"/>
            <a:ext cx="3566160" cy="20116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Inter"/>
              </a:defRPr>
            </a:pPr>
            <a:r>
              <a:t>📸 No Digital Wardrobe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Manually photographing each item takes 2+ hours.</a:t>
            </a:r>
            <a:br/>
            <a:r>
              <a:t>Nobody does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560320"/>
            <a:ext cx="3566160" cy="20116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Inter"/>
              </a:defRPr>
            </a:pPr>
            <a:r>
              <a:t>🤔 Decision Fatigue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00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"What goes with what?" — No easy way to see</a:t>
            </a:r>
            <a:br/>
            <a:r>
              <a:t>outfit combinations.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8296"/>
                </a:solidFill>
                <a:latin typeface="Inter"/>
              </a:defRPr>
            </a:pPr>
            <a:r>
              <a:t>How people solve this today: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F4444"/>
                </a:solidFill>
                <a:latin typeface="Inter"/>
              </a:defRPr>
            </a:pPr>
            <a:r>
              <a:t>❌ Buy more clothes    ❌ Ignore most of closet    ❌ Manual spreadsheets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03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4552" cy="9144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✨ Scan your entire wardrobe in 60 seconds with just a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2926080" cy="18288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FFFFFF"/>
                </a:solidFill>
                <a:latin typeface="Inter"/>
              </a:defRPr>
            </a:pPr>
            <a:r>
              <a:t>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Inter"/>
              </a:defRPr>
            </a:pPr>
            <a:r>
              <a:t>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28296"/>
                </a:solidFill>
                <a:latin typeface="Inter"/>
              </a:defRPr>
            </a:pPr>
            <a:r>
              <a:t>10-second video of your closet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2926080" cy="18288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FFFFFF"/>
                </a:solidFill>
                <a:latin typeface="Inter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Inter"/>
              </a:defRPr>
            </a:pPr>
            <a:r>
              <a:t>AI Detects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28296"/>
                </a:solidFill>
                <a:latin typeface="Inter"/>
              </a:defRPr>
            </a:pPr>
            <a:r>
              <a:t>Each item auto-categorized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377440"/>
            <a:ext cx="2926080" cy="18288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FFFFFF"/>
                </a:solidFill>
                <a:latin typeface="Inter"/>
              </a:defRPr>
            </a:pPr>
            <a:r>
              <a:t>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Inter"/>
              </a:defRPr>
            </a:pPr>
            <a:r>
              <a:t>Get Outfits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28296"/>
                </a:solidFill>
                <a:latin typeface="Inter"/>
              </a:defRPr>
            </a:pPr>
            <a:r>
              <a:t>Personalized daily suggestions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2560320" cy="128016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4B4C8"/>
                </a:solidFill>
                <a:latin typeface="Inter"/>
              </a:defRPr>
            </a:pPr>
            <a:r>
              <a:t>🌤️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Inter"/>
              </a:defRPr>
            </a:pPr>
            <a:r>
              <a:t>Weather-Smart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28296"/>
                </a:solidFill>
                <a:latin typeface="Inter"/>
              </a:defRPr>
            </a:pPr>
            <a:r>
              <a:t>Outfits based on today's weather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4572000"/>
            <a:ext cx="2560320" cy="128016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4B4C8"/>
                </a:solidFill>
                <a:latin typeface="Inter"/>
              </a:defRPr>
            </a:pPr>
            <a:r>
              <a:t>✈️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Inter"/>
              </a:defRPr>
            </a:pPr>
            <a:r>
              <a:t>Trip 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28296"/>
                </a:solidFill>
                <a:latin typeface="Inter"/>
              </a:defRPr>
            </a:pPr>
            <a:r>
              <a:t>Pack perfectly for any trip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572000"/>
            <a:ext cx="2560320" cy="128016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4B4C8"/>
                </a:solidFill>
                <a:latin typeface="Inter"/>
              </a:defRPr>
            </a:pPr>
            <a: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Inter"/>
              </a:defRPr>
            </a:pPr>
            <a:r>
              <a:t>Virtual Try-On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28296"/>
                </a:solidFill>
                <a:latin typeface="Inter"/>
              </a:defRPr>
            </a:pPr>
            <a:r>
              <a:t>See outfits on yourself with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572000"/>
            <a:ext cx="2560320" cy="128016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4B4C8"/>
                </a:solidFill>
                <a:latin typeface="Inter"/>
              </a:defRPr>
            </a:pPr>
            <a:r>
              <a:t>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Inter"/>
              </a:defRPr>
            </a:pPr>
            <a:r>
              <a:t>AI Stylist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28296"/>
                </a:solidFill>
                <a:latin typeface="Inter"/>
              </a:defRPr>
            </a:pPr>
            <a:r>
              <a:t>Chat with your personal fashion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04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C4899"/>
                </a:solidFill>
                <a:latin typeface="Inter"/>
              </a:defRPr>
            </a:pPr>
            <a:r>
              <a:t>The Most Important Slide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51760" cy="1645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28296"/>
                </a:solidFill>
                <a:latin typeface="Inter"/>
              </a:defRPr>
            </a:pPr>
            <a:r>
              <a:t>Built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818CF8"/>
                </a:solidFill>
                <a:latin typeface="Inter"/>
              </a:defRPr>
            </a:pPr>
            <a:r>
              <a:t>8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  <a:latin typeface="Inter"/>
              </a:defRPr>
            </a:pPr>
            <a:r>
              <a:t>from idea to working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651760" cy="1645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28296"/>
                </a:solidFill>
                <a:latin typeface="Inter"/>
              </a:defRPr>
            </a:pPr>
            <a:r>
              <a:t>📱 18+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  <a:latin typeface="Inter"/>
              </a:defRPr>
            </a:pPr>
            <a:r>
              <a:t>Screens Built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651760" cy="1645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28296"/>
                </a:solidFill>
                <a:latin typeface="Inter"/>
              </a:defRPr>
            </a:pPr>
            <a:r>
              <a:t>🤖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  <a:latin typeface="Inter"/>
              </a:defRPr>
            </a:pPr>
            <a:r>
              <a:t>AI Models Integrated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80160"/>
            <a:ext cx="2651760" cy="1645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28296"/>
                </a:solidFill>
                <a:latin typeface="Inter"/>
              </a:defRPr>
            </a:pPr>
            <a:r>
              <a:t>🌍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  <a:latin typeface="Inter"/>
              </a:defRPr>
            </a:pPr>
            <a:r>
              <a:t>Languages Supported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91840"/>
            <a:ext cx="11274552" cy="27432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Inter"/>
              </a:defRPr>
            </a:pPr>
            <a:r>
              <a:t>What We've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0B981"/>
                </a:solidFill>
                <a:latin typeface="Inter"/>
              </a:defRPr>
            </a:pPr>
            <a:r>
              <a:t>✅ Full mobile app (iOS + Android)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0B981"/>
                </a:solidFill>
                <a:latin typeface="Inter"/>
              </a:defRPr>
            </a:pPr>
            <a:r>
              <a:t>✅ Video-to-wardrobe AI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0B981"/>
                </a:solidFill>
                <a:latin typeface="Inter"/>
              </a:defRPr>
            </a:pPr>
            <a:r>
              <a:t>✅ Virtual try-on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0B981"/>
                </a:solidFill>
                <a:latin typeface="Inter"/>
              </a:defRPr>
            </a:pPr>
            <a:r>
              <a:t>✅ AI chat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0B981"/>
                </a:solidFill>
                <a:latin typeface="Inter"/>
              </a:defRPr>
            </a:pPr>
            <a:r>
              <a:t>✅ Weather-based suggestions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0B981"/>
                </a:solidFill>
                <a:latin typeface="Inter"/>
              </a:defRPr>
            </a:pPr>
            <a:r>
              <a:t>✅ Trip packing planner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05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Why Now / Why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74552" cy="128016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B4B4C8"/>
                </a:solidFill>
                <a:latin typeface="Inter"/>
              </a:defRPr>
            </a:pPr>
            <a:r>
              <a:t>"Video + AI finally makes wardrobe digitization effortless. Google Gemini and open-source vision models now process video in seconds, not hours."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394960" cy="25603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818CF8"/>
                </a:solidFill>
                <a:latin typeface="Inter"/>
              </a:defRPr>
            </a:pPr>
            <a:r>
              <a:t>⏰ Why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4B4C8"/>
                </a:solidFill>
                <a:latin typeface="Inter"/>
              </a:defRPr>
            </a:pPr>
            <a:r>
              <a:t>• AI Cost Collapse: Vision AI 100x cheaper than 2020</a:t>
            </a:r>
          </a:p>
          <a:p>
            <a:pPr>
              <a:spcAft>
                <a:spcPts val="800"/>
              </a:spcAft>
              <a:defRPr sz="1300">
                <a:solidFill>
                  <a:srgbClr val="B4B4C8"/>
                </a:solidFill>
                <a:latin typeface="Inter"/>
              </a:defRPr>
            </a:pPr>
            <a:r>
              <a:t>• Gemini/GPT-4V: Video understanding finally works</a:t>
            </a:r>
          </a:p>
          <a:p>
            <a:pPr>
              <a:spcAft>
                <a:spcPts val="800"/>
              </a:spcAft>
              <a:defRPr sz="1300">
                <a:solidFill>
                  <a:srgbClr val="B4B4C8"/>
                </a:solidFill>
                <a:latin typeface="Inter"/>
              </a:defRPr>
            </a:pPr>
            <a:r>
              <a:t>• Mobile GPUs: On-device processing now possible</a:t>
            </a:r>
          </a:p>
          <a:p>
            <a:pPr>
              <a:spcAft>
                <a:spcPts val="800"/>
              </a:spcAft>
              <a:defRPr sz="1300">
                <a:solidFill>
                  <a:srgbClr val="B4B4C8"/>
                </a:solidFill>
                <a:latin typeface="Inter"/>
              </a:defRPr>
            </a:pPr>
            <a:r>
              <a:t>• Gen-Z behavior: OOTD culture demands digital wardrobes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51760"/>
            <a:ext cx="5394960" cy="25603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818CF8"/>
                </a:solidFill>
                <a:latin typeface="Inter"/>
              </a:defRPr>
            </a:pPr>
            <a:r>
              <a:t>🎯 Our Unfair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91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4B4C8"/>
                </a:solidFill>
                <a:latin typeface="Inter"/>
              </a:defRPr>
            </a:pPr>
            <a:r>
              <a:t>• Technical: Video-first approach (competitors use photo-by-photo)</a:t>
            </a:r>
          </a:p>
          <a:p>
            <a:pPr>
              <a:spcAft>
                <a:spcPts val="800"/>
              </a:spcAft>
              <a:defRPr sz="1300">
                <a:solidFill>
                  <a:srgbClr val="B4B4C8"/>
                </a:solidFill>
                <a:latin typeface="Inter"/>
              </a:defRPr>
            </a:pPr>
            <a:r>
              <a:t>• Speed: 60 seconds vs 2+ hours to digitize</a:t>
            </a:r>
          </a:p>
          <a:p>
            <a:pPr>
              <a:spcAft>
                <a:spcPts val="800"/>
              </a:spcAft>
              <a:defRPr sz="1300">
                <a:solidFill>
                  <a:srgbClr val="B4B4C8"/>
                </a:solidFill>
                <a:latin typeface="Inter"/>
              </a:defRPr>
            </a:pPr>
            <a:r>
              <a:t>• Stack: Gemini + SAM2 + FashionCLIP pipeline</a:t>
            </a:r>
          </a:p>
          <a:p>
            <a:pPr>
              <a:spcAft>
                <a:spcPts val="800"/>
              </a:spcAft>
              <a:defRPr sz="1300">
                <a:solidFill>
                  <a:srgbClr val="B4B4C8"/>
                </a:solidFill>
                <a:latin typeface="Inter"/>
              </a:defRPr>
            </a:pPr>
            <a:r>
              <a:t>• Market: Multilingual (EN/RU/UZ) for underserved markets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8296"/>
                </a:solidFill>
                <a:latin typeface="Inter"/>
              </a:defRPr>
            </a:pPr>
            <a:r>
              <a:t>Technical Moat: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SAM2 Segmentation  •  FashionCLIP  •  Grounding DINO  •  Gemini Vision  •  Real-time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06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74552" cy="9144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818CF8"/>
                </a:solidFill>
                <a:latin typeface="Inter"/>
              </a:defRPr>
            </a:pPr>
            <a:r>
              <a:t>$52B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25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828296"/>
                </a:solidFill>
                <a:latin typeface="Inter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Global Fashion Tech &amp; Wardrobe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286000"/>
            <a:ext cx="9445752" cy="9144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818CF8"/>
                </a:solidFill>
                <a:latin typeface="Inter"/>
              </a:defRPr>
            </a:pPr>
            <a:r>
              <a:t>$4.2B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828296"/>
                </a:solidFill>
                <a:latin typeface="Inter"/>
              </a:defRPr>
            </a:pPr>
            <a: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Digital Wardrobe &amp; Outfit Planning Apps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383280"/>
            <a:ext cx="7616952" cy="9144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818CF8"/>
                </a:solidFill>
                <a:latin typeface="Inter"/>
              </a:defRPr>
            </a:pPr>
            <a:r>
              <a:t>$120M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828296"/>
                </a:solidFill>
                <a:latin typeface="Inter"/>
              </a:defRPr>
            </a:pPr>
            <a: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AI-First Wardrobe Apps in Year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74552" cy="20116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Inter"/>
              </a:defRPr>
            </a:pPr>
            <a:r>
              <a:t>📊 Bottom-Up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Fashion-conscious smartphone users (18-45)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400M globally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× Would pay for wardrobe management (3%)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12M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× Average annual subscription ($10/mo)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$120/year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18CF8"/>
                </a:solidFill>
                <a:latin typeface="Inter"/>
              </a:defRPr>
            </a:pPr>
            <a:r>
              <a:t>= Addressable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18CF8"/>
                </a:solidFill>
                <a:latin typeface="Inter"/>
              </a:defRPr>
            </a:pPr>
            <a:r>
              <a:t>$1.44B/year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07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Competition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74552" cy="29260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8296"/>
                </a:solidFill>
                <a:latin typeface="Inter"/>
              </a:defRPr>
            </a:pPr>
            <a: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8296"/>
                </a:solidFill>
                <a:latin typeface="Inter"/>
              </a:defRPr>
            </a:pPr>
            <a:r>
              <a:t>Stylebook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8296"/>
                </a:solidFill>
                <a:latin typeface="Inter"/>
              </a:defRPr>
            </a:pPr>
            <a:r>
              <a:t>Cladwell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AIWardrobe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Video Scanning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F4444"/>
                </a:solidFill>
                <a:latin typeface="Inter"/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F4444"/>
                </a:solidFill>
                <a:latin typeface="Inter"/>
              </a:defRPr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0B981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AI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F4444"/>
                </a:solidFill>
                <a:latin typeface="Inter"/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Basic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0B981"/>
                </a:solidFill>
                <a:latin typeface="Inter"/>
              </a:defRPr>
            </a:pPr>
            <a:r>
              <a:t>✅ Advanced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Virtual Try-On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F4444"/>
                </a:solidFill>
                <a:latin typeface="Inter"/>
              </a:defRPr>
            </a:pPr>
            <a: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EF4444"/>
                </a:solidFill>
                <a:latin typeface="Inter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0B981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Setup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383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2+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383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1+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383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0B981"/>
                </a:solidFill>
                <a:latin typeface="Inter"/>
              </a:defRPr>
            </a:pPr>
            <a:r>
              <a:t>60 seconds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818CF8"/>
                </a:solidFill>
                <a:latin typeface="Inter"/>
              </a:defRPr>
            </a:pPr>
            <a:r>
              <a:t>🏆 Key Differentiator: We're the only app that uses VIDEO scanning — 60x faster setup.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08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474720" cy="34747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28296"/>
                </a:solidFill>
                <a:latin typeface="Inter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FFFFFF"/>
                </a:solidFill>
                <a:latin typeface="Inter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3 wardrobe scans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Basic suggestions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Weather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28296"/>
                </a:solidFill>
                <a:latin typeface="Inter"/>
              </a:defRPr>
            </a:pPr>
            <a:r>
              <a:t>Acquisition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097280"/>
            <a:ext cx="3474720" cy="34747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28296"/>
                </a:solidFill>
                <a:latin typeface="Inter"/>
              </a:defRPr>
            </a:pPr>
            <a:r>
              <a:t>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FFFFFF"/>
                </a:solidFill>
                <a:latin typeface="Inter"/>
              </a:defRPr>
            </a:pPr>
            <a:r>
              <a:t>$9.99/mo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Unlimited scans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Virtual try-on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AI stylist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Trip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28296"/>
                </a:solidFill>
                <a:latin typeface="Inter"/>
              </a:defRPr>
            </a:pPr>
            <a:r>
              <a:t>Core Revenue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097280"/>
            <a:ext cx="3474720" cy="34747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28296"/>
                </a:solidFill>
                <a:latin typeface="Inter"/>
              </a:defRPr>
            </a:pPr>
            <a:r>
              <a:t>Annual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FFFFFF"/>
                </a:solidFill>
                <a:latin typeface="Inter"/>
              </a:defRPr>
            </a:pPr>
            <a:r>
              <a:t>$79.99/yr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All Premium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33% savings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0B981"/>
                </a:solidFill>
                <a:latin typeface="Inter"/>
              </a:defRPr>
            </a:pPr>
            <a:r>
              <a:t>✓ Priority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28296"/>
                </a:solidFill>
                <a:latin typeface="Inter"/>
              </a:defRPr>
            </a:pPr>
            <a:r>
              <a:t>Retention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28296"/>
                </a:solidFill>
                <a:latin typeface="Inter"/>
              </a:defRPr>
            </a:pPr>
            <a:r>
              <a:t>Unit Economics Target: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10B981"/>
                </a:solidFill>
                <a:latin typeface="Inter"/>
              </a:defRPr>
            </a:pPr>
            <a:r>
              <a:t>LTV: $180  •  CAC: $15  •  LTV/CAC: 12x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B4B4C8"/>
                </a:solidFill>
                <a:latin typeface="Inter"/>
              </a:defRPr>
            </a:pPr>
            <a:r>
              <a:t>Revenue Mix:  70% Subscriptions  •  20% Affiliate  •  10% Brand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09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5788152" cy="32004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7373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  <a:latin typeface="Inter"/>
              </a:defRPr>
            </a:pPr>
            <a:r>
              <a:t>ZV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834640"/>
            <a:ext cx="5422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Inter"/>
              </a:defRPr>
            </a:pPr>
            <a:r>
              <a:t>Zohid Vohidjonov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91840"/>
            <a:ext cx="5422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18CF8"/>
                </a:solidFill>
                <a:latin typeface="Inter"/>
              </a:defRPr>
            </a:pPr>
            <a:r>
              <a:t>Founder &amp; Full-Stack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749039"/>
            <a:ext cx="5422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4B4C8"/>
                </a:solidFill>
                <a:latin typeface="Inter"/>
              </a:defRPr>
            </a:pPr>
            <a:r>
              <a:t>🎓 Self-taught developer  •  💻 React Native + Express.js  •  🤖 AI/ML Integration  •  🚀 Built full product solo in 8 weeks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74552" cy="137160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Inter"/>
              </a:defRPr>
            </a:pPr>
            <a:r>
              <a:t>Hiring Roadmap with Funding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366F1"/>
                </a:solidFill>
                <a:latin typeface="Inter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AI/ML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366F1"/>
                </a:solidFill>
                <a:latin typeface="Inter"/>
              </a:defRPr>
            </a:pPr>
            <a:r>
              <a:t>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Growth Marketer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366F1"/>
                </a:solidFill>
                <a:latin typeface="Inter"/>
              </a:defRPr>
            </a:pPr>
            <a: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iOS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366F1"/>
                </a:solidFill>
                <a:latin typeface="Inter"/>
              </a:defRPr>
            </a:pPr>
            <a: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Product Designer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28296"/>
                </a:solidFill>
                <a:latin typeface="Inter"/>
              </a:defRPr>
            </a:pPr>
            <a:r>
              <a:t>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818CF8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  <a:latin typeface="Inter"/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0" b="1">
                <a:solidFill>
                  <a:srgbClr val="818CF8"/>
                </a:solidFill>
                <a:latin typeface="Inter"/>
              </a:defRPr>
            </a:pPr>
            <a:r>
              <a:t>$500K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828296"/>
                </a:solidFill>
                <a:latin typeface="Inter"/>
              </a:defRPr>
            </a:pPr>
            <a:r>
              <a:t>Pre-Seed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Inter"/>
              </a:defRPr>
            </a:pPr>
            <a: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18CF8"/>
                </a:solidFill>
                <a:latin typeface="Inter"/>
              </a:defRPr>
            </a:pPr>
            <a:r>
              <a:t>$225K (45%)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28296"/>
                </a:solidFill>
                <a:latin typeface="Inter"/>
              </a:defRPr>
            </a:pPr>
            <a:r>
              <a:t>AI/ML + Mobile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Growth &amp;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18CF8"/>
                </a:solidFill>
                <a:latin typeface="Inter"/>
              </a:defRPr>
            </a:pPr>
            <a:r>
              <a:t>$150K (30%)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28296"/>
                </a:solidFill>
                <a:latin typeface="Inter"/>
              </a:defRPr>
            </a:pPr>
            <a:r>
              <a:t>User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18CF8"/>
                </a:solidFill>
                <a:latin typeface="Inter"/>
              </a:defRPr>
            </a:pPr>
            <a:r>
              <a:t>$75K (15%)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28296"/>
                </a:solidFill>
                <a:latin typeface="Inter"/>
              </a:defRPr>
            </a:pPr>
            <a:r>
              <a:t>Servers, AI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B4B4C8"/>
                </a:solidFill>
                <a:latin typeface="Inter"/>
              </a:defRPr>
            </a:pPr>
            <a: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18CF8"/>
                </a:solidFill>
                <a:latin typeface="Inter"/>
              </a:defRPr>
            </a:pPr>
            <a:r>
              <a:t>$50K (10%)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828296"/>
                </a:solidFill>
                <a:latin typeface="Inter"/>
              </a:defRPr>
            </a:pPr>
            <a:r>
              <a:t>Legal,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  <a:latin typeface="Inter"/>
              </a:defRPr>
            </a:pPr>
            <a:r>
              <a:t>18-Month 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4B4C8"/>
                </a:solidFill>
                <a:latin typeface="Inter"/>
              </a:defRPr>
            </a:pPr>
            <a: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18CF8"/>
                </a:solidFill>
                <a:latin typeface="Inter"/>
              </a:defRPr>
            </a:pPr>
            <a:r>
              <a:t>50,000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28296"/>
                </a:solidFill>
                <a:latin typeface="Inter"/>
              </a:defRPr>
            </a:pPr>
            <a:r>
              <a:t>Active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4B4C8"/>
                </a:solidFill>
                <a:latin typeface="Inter"/>
              </a:defRPr>
            </a:pPr>
            <a: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18CF8"/>
                </a:solidFill>
                <a:latin typeface="Inter"/>
              </a:defRPr>
            </a:pPr>
            <a:r>
              <a:t>$30K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28296"/>
                </a:solidFill>
                <a:latin typeface="Inter"/>
              </a:defRPr>
            </a:pPr>
            <a:r>
              <a:t>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4B4C8"/>
                </a:solidFill>
                <a:latin typeface="Inter"/>
              </a:defRPr>
            </a:pPr>
            <a:r>
              <a:t>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18CF8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28296"/>
                </a:solidFill>
                <a:latin typeface="Inter"/>
              </a:defRPr>
            </a:pPr>
            <a:r>
              <a:t>Languages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B4B4C8"/>
                </a:solidFill>
                <a:latin typeface="Inter"/>
              </a:defRPr>
            </a:pPr>
            <a:r>
              <a:t>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18CF8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28296"/>
                </a:solidFill>
                <a:latin typeface="Inter"/>
              </a:defRPr>
            </a:pPr>
            <a:r>
              <a:t>Brand Partnerships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